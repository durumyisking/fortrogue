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9881d8c77574b00" /><Relationship Type="http://schemas.openxmlformats.org/officeDocument/2006/relationships/extended-properties" Target="/docProps/app.xml" Id="R24a7b3d887f74281" /><Relationship Type="http://schemas.openxmlformats.org/officeDocument/2006/relationships/officeDocument" Target="/ppt/presentation.xml" Id="Rea94a70fab444d6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50ab0ae007744dc"/>
  </p:sldMasterIdLst>
  <p:notesMasterIdLst>
    <p:notesMasterId xmlns:r="http://schemas.openxmlformats.org/officeDocument/2006/relationships" r:id="R1129541f2a6f4f82"/>
  </p:notesMasterIdLst>
  <p:sldIdLst>
    <p:sldId xmlns:r="http://schemas.openxmlformats.org/officeDocument/2006/relationships" id="256" r:id="R8628ad91f07d4ca1"/>
    <p:sldId xmlns:r="http://schemas.openxmlformats.org/officeDocument/2006/relationships" id="257" r:id="Rc4fc728aca51430a"/>
    <p:sldId xmlns:r="http://schemas.openxmlformats.org/officeDocument/2006/relationships" id="258" r:id="R27e206ba5f5a405c"/>
    <p:sldId xmlns:r="http://schemas.openxmlformats.org/officeDocument/2006/relationships" id="259" r:id="R294eb6f4c2074bc3"/>
    <p:sldId xmlns:r="http://schemas.openxmlformats.org/officeDocument/2006/relationships" id="260" r:id="R3d5f01a0ae734432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175ba562fe4489c" /><Relationship Type="http://schemas.openxmlformats.org/officeDocument/2006/relationships/slideMaster" Target="/ppt/slideMasters/slideMaster1.xml" Id="R650ab0ae007744dc" /><Relationship Type="http://schemas.openxmlformats.org/officeDocument/2006/relationships/notesMaster" Target="/ppt/notesMasters/notesMaster1.xml" Id="R1129541f2a6f4f82" /><Relationship Type="http://schemas.openxmlformats.org/officeDocument/2006/relationships/presProps" Target="/ppt/presProps.xml" Id="Rf2c43c69e34c4e3d" /><Relationship Type="http://schemas.openxmlformats.org/officeDocument/2006/relationships/tableStyles" Target="/ppt/tableStyles.xml" Id="R4e7e917b1f834ac9" /><Relationship Type="http://schemas.openxmlformats.org/officeDocument/2006/relationships/slide" Target="/ppt/slides/slide1.xml" Id="R8628ad91f07d4ca1" /><Relationship Type="http://schemas.openxmlformats.org/officeDocument/2006/relationships/slide" Target="/ppt/slides/slide2.xml" Id="Rc4fc728aca51430a" /><Relationship Type="http://schemas.openxmlformats.org/officeDocument/2006/relationships/slide" Target="/ppt/slides/slide3.xml" Id="R27e206ba5f5a405c" /><Relationship Type="http://schemas.openxmlformats.org/officeDocument/2006/relationships/slide" Target="/ppt/slides/slide4.xml" Id="R294eb6f4c2074bc3" /><Relationship Type="http://schemas.openxmlformats.org/officeDocument/2006/relationships/slide" Target="/ppt/slides/slide5.xml" Id="R3d5f01a0ae73443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d9bad63da0d4c1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1f13db7aea0401b" /><Relationship Type="http://schemas.openxmlformats.org/officeDocument/2006/relationships/notesMaster" Target="/ppt/notesMasters/notesMaster1.xml" Id="Rcb0089532ae44d7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1b4678964754877" /><Relationship Type="http://schemas.openxmlformats.org/officeDocument/2006/relationships/notesMaster" Target="/ppt/notesMasters/notesMaster1.xml" Id="R8817e599c65b40a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417ef9520e14c52" /><Relationship Type="http://schemas.openxmlformats.org/officeDocument/2006/relationships/notesMaster" Target="/ppt/notesMasters/notesMaster1.xml" Id="R094f20245f5c44c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9478ecfaceb481c" /><Relationship Type="http://schemas.openxmlformats.org/officeDocument/2006/relationships/notesMaster" Target="/ppt/notesMasters/notesMaster1.xml" Id="Rb09e3f1cd9b441f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c7ee10f28984427" /><Relationship Type="http://schemas.openxmlformats.org/officeDocument/2006/relationships/notesMaster" Target="/ppt/notesMasters/notesMaster1.xml" Id="Ra154854ab9074c9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9310baf7238442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1cf46626caa4d3e" /><Relationship Type="http://schemas.openxmlformats.org/officeDocument/2006/relationships/slideLayout" Target="/ppt/slideLayouts/slideLayout1.xml" Id="R8514adfdc365469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514adfdc365469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d208b9836242d5" /><Relationship Type="http://schemas.openxmlformats.org/officeDocument/2006/relationships/notesSlide" Target="/ppt/notesSlides/notesSlide1.xml" Id="Rc5ac93871b9d4c7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c1ea448cc84593" /><Relationship Type="http://schemas.openxmlformats.org/officeDocument/2006/relationships/notesSlide" Target="/ppt/notesSlides/notesSlide2.xml" Id="R0d5088295c0744e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934bf5372a42fe" /><Relationship Type="http://schemas.openxmlformats.org/officeDocument/2006/relationships/notesSlide" Target="/ppt/notesSlides/notesSlide3.xml" Id="R9e4d4448df16470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78af3445c04a24" /><Relationship Type="http://schemas.openxmlformats.org/officeDocument/2006/relationships/notesSlide" Target="/ppt/notesSlides/notesSlide4.xml" Id="Rd4805334ae574d7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24e23c32174922" /><Relationship Type="http://schemas.openxmlformats.org/officeDocument/2006/relationships/notesSlide" Target="/ppt/notesSlides/notesSlide5.xml" Id="R2746f3fd80fc479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top-rule">
            <a:extLst xmlns:a="http://schemas.openxmlformats.org/drawingml/2006/main">
              <a:ext uri="{FF2B5EF4-FFF2-40B4-BE49-F238E27FC236}">
                <a16:creationId xmlns:a16="http://schemas.microsoft.com/office/drawing/2014/main" id="{0FA0D15F-D479-44FD-8F23-DD19BDEA7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1000"/>
            <a:ext cx="11391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08434625-0596-45D6-B344-D1820A354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914400"/>
            <a:ext cx="6572250" cy="142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480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t>게임 캐릭터 설정집</a:t>
            </a:r>
          </a:p>
        </p:txBody>
      </p:sp>
      <p:sp>
        <p:nvSpPr>
          <p:cNvPr id="3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3F23780B-7754-47B6-9CC3-F781154C1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33650"/>
            <a:ext cx="53340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t>FortRogue 캐릭터 초안</a:t>
            </a:r>
          </a:p>
        </p:txBody>
      </p:sp>
      <p:sp>
        <p:nvSpPr>
          <p:cNvPr id="4" name="cover-character-list">
            <a:extLst xmlns:a="http://schemas.openxmlformats.org/drawingml/2006/main">
              <a:ext uri="{FF2B5EF4-FFF2-40B4-BE49-F238E27FC236}">
                <a16:creationId xmlns:a16="http://schemas.microsoft.com/office/drawing/2014/main" id="{CBA6EBAF-F9AF-4D5C-8946-6CE9D9BFE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9500"/>
            <a:ext cx="58102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t>Cannon / Bandit / Miner / Engineer</a:t>
            </a:r>
          </a:p>
        </p:txBody>
      </p:sp>
      <p:sp>
        <p:nvSpPr>
          <p:cNvPr id="5" name="cover-purpose">
            <a:extLst xmlns:a="http://schemas.openxmlformats.org/drawingml/2006/main">
              <a:ext uri="{FF2B5EF4-FFF2-40B4-BE49-F238E27FC236}">
                <a16:creationId xmlns:a16="http://schemas.microsoft.com/office/drawing/2014/main" id="{76E3B0C4-5DCD-4929-BCC0-787D6C525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400550"/>
            <a:ext cx="60960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t>캐릭터별 콘셉트, 특수 공격, 기본 스탯, 이미지 삽입 영역을 한 장씩 정리한 편집용 설정집.</a:t>
            </a:r>
          </a:p>
        </p:txBody>
      </p:sp>
      <p:sp>
        <p:nvSpPr>
          <p:cNvPr id="6" name="cover-image-slot-panel">
            <a:extLst xmlns:a="http://schemas.openxmlformats.org/drawingml/2006/main">
              <a:ext uri="{FF2B5EF4-FFF2-40B4-BE49-F238E27FC236}">
                <a16:creationId xmlns:a16="http://schemas.microsoft.com/office/drawing/2014/main" id="{EF7C14B7-2117-4FF4-B6F9-B0801A640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704850"/>
            <a:ext cx="4419600" cy="491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</p:spPr>
      </p:sp>
      <p:sp>
        <p:nvSpPr>
          <p:cNvPr id="7" name="cover-image-slot-accent">
            <a:extLst xmlns:a="http://schemas.openxmlformats.org/drawingml/2006/main">
              <a:ext uri="{FF2B5EF4-FFF2-40B4-BE49-F238E27FC236}">
                <a16:creationId xmlns:a16="http://schemas.microsoft.com/office/drawing/2014/main" id="{B663AE2F-EEB2-4E13-BB9F-576BD84DF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704850"/>
            <a:ext cx="76200" cy="491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8" name="cover-image-slot-label">
            <a:extLst xmlns:a="http://schemas.openxmlformats.org/drawingml/2006/main">
              <a:ext uri="{FF2B5EF4-FFF2-40B4-BE49-F238E27FC236}">
                <a16:creationId xmlns:a16="http://schemas.microsoft.com/office/drawing/2014/main" id="{A200A43D-2ABC-43EE-9445-EFAB1164A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971550"/>
            <a:ext cx="38862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t>대표 이미지</a:t>
            </a:r>
          </a:p>
        </p:txBody>
      </p:sp>
      <p:sp>
        <p:nvSpPr>
          <p:cNvPr id="9" name="cover-image-slot-hint">
            <a:extLst xmlns:a="http://schemas.openxmlformats.org/drawingml/2006/main">
              <a:ext uri="{FF2B5EF4-FFF2-40B4-BE49-F238E27FC236}">
                <a16:creationId xmlns:a16="http://schemas.microsoft.com/office/drawing/2014/main" id="{3CF0547B-C797-4885-8585-37C9BBFFE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4972050"/>
            <a:ext cx="38862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t>캐릭터 대표 이미지 또는 콘셉트 아트를 넣는 영역</a:t>
            </a:r>
          </a:p>
        </p:txBody>
      </p:sp>
      <p:sp>
        <p:nvSpPr>
          <p:cNvPr id="10" name="footer-rule-1">
            <a:extLst xmlns:a="http://schemas.openxmlformats.org/drawingml/2006/main">
              <a:ext uri="{FF2B5EF4-FFF2-40B4-BE49-F238E27FC236}">
                <a16:creationId xmlns:a16="http://schemas.microsoft.com/office/drawing/2014/main" id="{45CF7E94-5517-40C6-9265-19ED62826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722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</p:spPr>
      </p:sp>
      <p:sp>
        <p:nvSpPr>
          <p:cNvPr id="11" name="footer-source-1">
            <a:extLst xmlns:a="http://schemas.openxmlformats.org/drawingml/2006/main">
              <a:ext uri="{FF2B5EF4-FFF2-40B4-BE49-F238E27FC236}">
                <a16:creationId xmlns:a16="http://schemas.microsoft.com/office/drawing/2014/main" id="{F7A2104D-B1C2-44F7-9640-783C73BFD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05550"/>
            <a:ext cx="342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t>docs/CHARACTER_SETTING.md</a:t>
            </a:r>
          </a:p>
        </p:txBody>
      </p:sp>
      <p:sp>
        <p:nvSpPr>
          <p:cNvPr id="12" name="footer-page-1">
            <a:extLst xmlns:a="http://schemas.openxmlformats.org/drawingml/2006/main">
              <a:ext uri="{FF2B5EF4-FFF2-40B4-BE49-F238E27FC236}">
                <a16:creationId xmlns:a16="http://schemas.microsoft.com/office/drawing/2014/main" id="{4D6C0275-839A-43AB-85E2-57BF0DF9E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05550"/>
            <a:ext cx="514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61520067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annon-title">
            <a:extLst xmlns:a="http://schemas.openxmlformats.org/drawingml/2006/main">
              <a:ext uri="{FF2B5EF4-FFF2-40B4-BE49-F238E27FC236}">
                <a16:creationId xmlns:a16="http://schemas.microsoft.com/office/drawing/2014/main" id="{AA59AC21-6AC9-4AB8-8EF9-F84244177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59055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t>Cannon</a:t>
            </a:r>
          </a:p>
        </p:txBody>
      </p:sp>
      <p:sp>
        <p:nvSpPr>
          <p:cNvPr id="2" name="cannon-eyebrow">
            <a:extLst xmlns:a="http://schemas.openxmlformats.org/drawingml/2006/main">
              <a:ext uri="{FF2B5EF4-FFF2-40B4-BE49-F238E27FC236}">
                <a16:creationId xmlns:a16="http://schemas.microsoft.com/office/drawing/2014/main" id="{5A59B614-F9CA-4A00-8597-BA1A3682A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76250"/>
            <a:ext cx="44196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t>Playable Character Draft</a:t>
            </a:r>
          </a:p>
        </p:txBody>
      </p:sp>
      <p:sp>
        <p:nvSpPr>
          <p:cNvPr id="3" name="cannon-콘셉트-heading">
            <a:extLst xmlns:a="http://schemas.openxmlformats.org/drawingml/2006/main">
              <a:ext uri="{FF2B5EF4-FFF2-40B4-BE49-F238E27FC236}">
                <a16:creationId xmlns:a16="http://schemas.microsoft.com/office/drawing/2014/main" id="{6DDA241C-5D6F-4D69-940C-320CEB53A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90650"/>
            <a:ext cx="60960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t>콘셉트</a:t>
            </a:r>
          </a:p>
        </p:txBody>
      </p:sp>
      <p:sp>
        <p:nvSpPr>
          <p:cNvPr id="4" name="cannon-콘셉트-rule">
            <a:extLst xmlns:a="http://schemas.openxmlformats.org/drawingml/2006/main">
              <a:ext uri="{FF2B5EF4-FFF2-40B4-BE49-F238E27FC236}">
                <a16:creationId xmlns:a16="http://schemas.microsoft.com/office/drawing/2014/main" id="{B84EED27-B918-4DF9-A982-0E292E887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90700"/>
            <a:ext cx="685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5" name="cannon-콘셉트-body">
            <a:extLst xmlns:a="http://schemas.openxmlformats.org/drawingml/2006/main">
              <a:ext uri="{FF2B5EF4-FFF2-40B4-BE49-F238E27FC236}">
                <a16:creationId xmlns:a16="http://schemas.microsoft.com/office/drawing/2014/main" id="{02116CAD-808B-48C2-9D05-8DB668B89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62150"/>
            <a:ext cx="609600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t>중세 대포처럼 생긴 캐릭터.</a:t>
            </a:r>
          </a:p>
        </p:txBody>
      </p:sp>
      <p:sp>
        <p:nvSpPr>
          <p:cNvPr id="6" name="cannon-특수 공격-heading">
            <a:extLst xmlns:a="http://schemas.openxmlformats.org/drawingml/2006/main">
              <a:ext uri="{FF2B5EF4-FFF2-40B4-BE49-F238E27FC236}">
                <a16:creationId xmlns:a16="http://schemas.microsoft.com/office/drawing/2014/main" id="{9744B86F-A718-455B-91D4-1EC71724A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143250"/>
            <a:ext cx="60960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t>특수 공격</a:t>
            </a:r>
          </a:p>
        </p:txBody>
      </p:sp>
      <p:sp>
        <p:nvSpPr>
          <p:cNvPr id="7" name="cannon-특수 공격-rule">
            <a:extLst xmlns:a="http://schemas.openxmlformats.org/drawingml/2006/main">
              <a:ext uri="{FF2B5EF4-FFF2-40B4-BE49-F238E27FC236}">
                <a16:creationId xmlns:a16="http://schemas.microsoft.com/office/drawing/2014/main" id="{317AAC03-DE2E-408B-85E0-551C720FD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543300"/>
            <a:ext cx="685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8" name="cannon-특수 공격-body">
            <a:extLst xmlns:a="http://schemas.openxmlformats.org/drawingml/2006/main">
              <a:ext uri="{FF2B5EF4-FFF2-40B4-BE49-F238E27FC236}">
                <a16:creationId xmlns:a16="http://schemas.microsoft.com/office/drawing/2014/main" id="{C9D1B7D4-C8DE-4056-B209-EE2ED8942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714750"/>
            <a:ext cx="6096000" cy="1104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t>탄환 이동속도가 빠르고, 폭발 범위는 작지만 데미지가 강한 공격을 사용한다.</a:t>
            </a:r>
          </a:p>
        </p:txBody>
      </p:sp>
      <p:sp>
        <p:nvSpPr>
          <p:cNvPr id="9" name="cannon-note-band">
            <a:extLst xmlns:a="http://schemas.openxmlformats.org/drawingml/2006/main">
              <a:ext uri="{FF2B5EF4-FFF2-40B4-BE49-F238E27FC236}">
                <a16:creationId xmlns:a16="http://schemas.microsoft.com/office/drawing/2014/main" id="{96998A13-1C1A-4AC3-BF03-C89CC9D66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219700"/>
            <a:ext cx="6096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</p:spPr>
      </p:sp>
      <p:sp>
        <p:nvSpPr>
          <p:cNvPr id="10" name="cannon-note">
            <a:extLst xmlns:a="http://schemas.openxmlformats.org/drawingml/2006/main">
              <a:ext uri="{FF2B5EF4-FFF2-40B4-BE49-F238E27FC236}">
                <a16:creationId xmlns:a16="http://schemas.microsoft.com/office/drawing/2014/main" id="{0EECBD9E-7391-4DB6-9212-B41397984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56769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t>스탯은 현재 공통 기본값 기준. 각도 조절 Min/Max 값은 미정.</a:t>
            </a:r>
          </a:p>
        </p:txBody>
      </p:sp>
      <p:sp>
        <p:nvSpPr>
          <p:cNvPr id="11" name="cannon-image-slot-panel">
            <a:extLst xmlns:a="http://schemas.openxmlformats.org/drawingml/2006/main">
              <a:ext uri="{FF2B5EF4-FFF2-40B4-BE49-F238E27FC236}">
                <a16:creationId xmlns:a16="http://schemas.microsoft.com/office/drawing/2014/main" id="{F5639004-B6D1-4497-BF82-B6E5AC274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181100"/>
            <a:ext cx="4419600" cy="2609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</p:spPr>
      </p:sp>
      <p:sp>
        <p:nvSpPr>
          <p:cNvPr id="12" name="cannon-image-slot-accent">
            <a:extLst xmlns:a="http://schemas.openxmlformats.org/drawingml/2006/main">
              <a:ext uri="{FF2B5EF4-FFF2-40B4-BE49-F238E27FC236}">
                <a16:creationId xmlns:a16="http://schemas.microsoft.com/office/drawing/2014/main" id="{411E9A9A-128C-40D5-91E5-E2CEBC954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181100"/>
            <a:ext cx="76200" cy="2609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13" name="cannon-image-slot-label">
            <a:extLst xmlns:a="http://schemas.openxmlformats.org/drawingml/2006/main">
              <a:ext uri="{FF2B5EF4-FFF2-40B4-BE49-F238E27FC236}">
                <a16:creationId xmlns:a16="http://schemas.microsoft.com/office/drawing/2014/main" id="{89CE1EAF-0FD3-4781-BB05-18EE1843A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1447800"/>
            <a:ext cx="38862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t>대표 이미지</a:t>
            </a:r>
          </a:p>
        </p:txBody>
      </p:sp>
      <p:sp>
        <p:nvSpPr>
          <p:cNvPr id="14" name="cannon-image-slot-hint">
            <a:extLst xmlns:a="http://schemas.openxmlformats.org/drawingml/2006/main">
              <a:ext uri="{FF2B5EF4-FFF2-40B4-BE49-F238E27FC236}">
                <a16:creationId xmlns:a16="http://schemas.microsoft.com/office/drawing/2014/main" id="{48A14E89-042B-47EE-99B4-FC2BF9C39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143250"/>
            <a:ext cx="38862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t>Cannon 레퍼런스 이미지 삽입</a:t>
            </a:r>
          </a:p>
        </p:txBody>
      </p:sp>
      <p:sp>
        <p:nvSpPr>
          <p:cNvPr id="15" name="cannon-stats-heading">
            <a:extLst xmlns:a="http://schemas.openxmlformats.org/drawingml/2006/main">
              <a:ext uri="{FF2B5EF4-FFF2-40B4-BE49-F238E27FC236}">
                <a16:creationId xmlns:a16="http://schemas.microsoft.com/office/drawing/2014/main" id="{20F4BBE7-9064-45C9-BE58-A683609FA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057650"/>
            <a:ext cx="44196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t>스탯</a:t>
            </a:r>
          </a:p>
        </p:txBody>
      </p:sp>
      <p:sp>
        <p:nvSpPr>
          <p:cNvPr id="16" name="cannon-stat-bg-1">
            <a:extLst xmlns:a="http://schemas.openxmlformats.org/drawingml/2006/main">
              <a:ext uri="{FF2B5EF4-FFF2-40B4-BE49-F238E27FC236}">
                <a16:creationId xmlns:a16="http://schemas.microsoft.com/office/drawing/2014/main" id="{FCC102C0-0093-4E55-AD3F-AF1148795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438650"/>
            <a:ext cx="4419600" cy="2800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5F5"/>
          </a:solidFill>
        </p:spPr>
      </p:sp>
      <p:sp>
        <p:nvSpPr>
          <p:cNvPr id="17" name="cannon-stat-label-1">
            <a:extLst xmlns:a="http://schemas.openxmlformats.org/drawingml/2006/main">
              <a:ext uri="{FF2B5EF4-FFF2-40B4-BE49-F238E27FC236}">
                <a16:creationId xmlns:a16="http://schemas.microsoft.com/office/drawing/2014/main" id="{9EF96083-168C-47E7-AD4F-D4DB5DE16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4486275"/>
            <a:ext cx="1352550" cy="2133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t>최대 체력</a:t>
            </a:r>
          </a:p>
        </p:txBody>
      </p:sp>
      <p:sp>
        <p:nvSpPr>
          <p:cNvPr id="18" name="cannon-stat-value-1">
            <a:extLst xmlns:a="http://schemas.openxmlformats.org/drawingml/2006/main">
              <a:ext uri="{FF2B5EF4-FFF2-40B4-BE49-F238E27FC236}">
                <a16:creationId xmlns:a16="http://schemas.microsoft.com/office/drawing/2014/main" id="{2AF46C49-D1FF-46E7-8C42-7B1D4CC3A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4486275"/>
            <a:ext cx="2762250" cy="2133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lIns="0" tIns="0" rIns="0" bIns="0" anchor="ctr">
            <a:normAutofit fontScale="98246"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t>100</a:t>
            </a:r>
          </a:p>
        </p:txBody>
      </p:sp>
      <p:sp>
        <p:nvSpPr>
          <p:cNvPr id="19" name="cannon-stat-bg-2">
            <a:extLst xmlns:a="http://schemas.openxmlformats.org/drawingml/2006/main">
              <a:ext uri="{FF2B5EF4-FFF2-40B4-BE49-F238E27FC236}">
                <a16:creationId xmlns:a16="http://schemas.microsoft.com/office/drawing/2014/main" id="{CC8F0319-BBF4-437D-A59F-4CB46D742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728210"/>
            <a:ext cx="4419600" cy="2800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</p:sp>
      <p:sp>
        <p:nvSpPr>
          <p:cNvPr id="20" name="cannon-stat-label-2">
            <a:extLst xmlns:a="http://schemas.openxmlformats.org/drawingml/2006/main">
              <a:ext uri="{FF2B5EF4-FFF2-40B4-BE49-F238E27FC236}">
                <a16:creationId xmlns:a16="http://schemas.microsoft.com/office/drawing/2014/main" id="{1C1D2F75-3983-4180-B47C-0EC323BCB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4775835"/>
            <a:ext cx="1352550" cy="2133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t>이동력</a:t>
            </a:r>
          </a:p>
        </p:txBody>
      </p:sp>
      <p:sp>
        <p:nvSpPr>
          <p:cNvPr id="21" name="cannon-stat-value-2">
            <a:extLst xmlns:a="http://schemas.openxmlformats.org/drawingml/2006/main">
              <a:ext uri="{FF2B5EF4-FFF2-40B4-BE49-F238E27FC236}">
                <a16:creationId xmlns:a16="http://schemas.microsoft.com/office/drawing/2014/main" id="{8DED9082-006A-4098-A920-F47179904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4775835"/>
            <a:ext cx="2762250" cy="2133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lIns="0" tIns="0" rIns="0" bIns="0" anchor="ctr">
            <a:normAutofit fontScale="98246"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t>420</a:t>
            </a:r>
          </a:p>
        </p:txBody>
      </p:sp>
      <p:sp>
        <p:nvSpPr>
          <p:cNvPr id="22" name="cannon-stat-bg-3">
            <a:extLst xmlns:a="http://schemas.openxmlformats.org/drawingml/2006/main">
              <a:ext uri="{FF2B5EF4-FFF2-40B4-BE49-F238E27FC236}">
                <a16:creationId xmlns:a16="http://schemas.microsoft.com/office/drawing/2014/main" id="{B44C5060-677A-4807-B08D-6EE48A3BA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5017770"/>
            <a:ext cx="4419600" cy="2800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5F5"/>
          </a:solidFill>
        </p:spPr>
      </p:sp>
      <p:sp>
        <p:nvSpPr>
          <p:cNvPr id="23" name="cannon-stat-label-3">
            <a:extLst xmlns:a="http://schemas.openxmlformats.org/drawingml/2006/main">
              <a:ext uri="{FF2B5EF4-FFF2-40B4-BE49-F238E27FC236}">
                <a16:creationId xmlns:a16="http://schemas.microsoft.com/office/drawing/2014/main" id="{42DC9451-3268-4D5E-A36A-E8BC2FEC0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5065395"/>
            <a:ext cx="1352550" cy="2133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t>탄환 속도</a:t>
            </a:r>
          </a:p>
        </p:txBody>
      </p:sp>
      <p:sp>
        <p:nvSpPr>
          <p:cNvPr id="24" name="cannon-stat-value-3">
            <a:extLst xmlns:a="http://schemas.openxmlformats.org/drawingml/2006/main">
              <a:ext uri="{FF2B5EF4-FFF2-40B4-BE49-F238E27FC236}">
                <a16:creationId xmlns:a16="http://schemas.microsoft.com/office/drawing/2014/main" id="{21B192BA-B120-49E9-8784-57EA229D5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5065395"/>
            <a:ext cx="2762250" cy="2133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lIns="0" tIns="0" rIns="0" bIns="0" anchor="ctr">
            <a:normAutofit fontScale="98246"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t>1.0</a:t>
            </a:r>
          </a:p>
        </p:txBody>
      </p:sp>
      <p:sp>
        <p:nvSpPr>
          <p:cNvPr id="25" name="cannon-stat-bg-4">
            <a:extLst xmlns:a="http://schemas.openxmlformats.org/drawingml/2006/main">
              <a:ext uri="{FF2B5EF4-FFF2-40B4-BE49-F238E27FC236}">
                <a16:creationId xmlns:a16="http://schemas.microsoft.com/office/drawing/2014/main" id="{B993CBF8-B33F-4679-86FE-C9623C1E9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5307330"/>
            <a:ext cx="4419600" cy="2800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</p:sp>
      <p:sp>
        <p:nvSpPr>
          <p:cNvPr id="26" name="cannon-stat-label-4">
            <a:extLst xmlns:a="http://schemas.openxmlformats.org/drawingml/2006/main">
              <a:ext uri="{FF2B5EF4-FFF2-40B4-BE49-F238E27FC236}">
                <a16:creationId xmlns:a16="http://schemas.microsoft.com/office/drawing/2014/main" id="{99606750-3997-4707-886A-94D9D61B3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5354955"/>
            <a:ext cx="1352550" cy="2133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t>투사체 수</a:t>
            </a:r>
          </a:p>
        </p:txBody>
      </p:sp>
      <p:sp>
        <p:nvSpPr>
          <p:cNvPr id="27" name="cannon-stat-value-4">
            <a:extLst xmlns:a="http://schemas.openxmlformats.org/drawingml/2006/main">
              <a:ext uri="{FF2B5EF4-FFF2-40B4-BE49-F238E27FC236}">
                <a16:creationId xmlns:a16="http://schemas.microsoft.com/office/drawing/2014/main" id="{EF71E24D-F4D7-487D-9F7E-A378C750A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5354955"/>
            <a:ext cx="2762250" cy="2133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lIns="0" tIns="0" rIns="0" bIns="0" anchor="ctr">
            <a:normAutofit fontScale="98246"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t>1</a:t>
            </a:r>
          </a:p>
        </p:txBody>
      </p:sp>
      <p:sp>
        <p:nvSpPr>
          <p:cNvPr id="28" name="cannon-stat-bg-5">
            <a:extLst xmlns:a="http://schemas.openxmlformats.org/drawingml/2006/main">
              <a:ext uri="{FF2B5EF4-FFF2-40B4-BE49-F238E27FC236}">
                <a16:creationId xmlns:a16="http://schemas.microsoft.com/office/drawing/2014/main" id="{37EC278E-5D45-40F4-820C-5538A0C0B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5596890"/>
            <a:ext cx="4419600" cy="2800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5F5"/>
          </a:solidFill>
        </p:spPr>
      </p:sp>
      <p:sp>
        <p:nvSpPr>
          <p:cNvPr id="29" name="cannon-stat-label-5">
            <a:extLst xmlns:a="http://schemas.openxmlformats.org/drawingml/2006/main">
              <a:ext uri="{FF2B5EF4-FFF2-40B4-BE49-F238E27FC236}">
                <a16:creationId xmlns:a16="http://schemas.microsoft.com/office/drawing/2014/main" id="{A2DD3F94-BC97-4815-A49A-57CCC2F3D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5644515"/>
            <a:ext cx="1352550" cy="2133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t>각도 조절</a:t>
            </a:r>
          </a:p>
        </p:txBody>
      </p:sp>
      <p:sp>
        <p:nvSpPr>
          <p:cNvPr id="30" name="cannon-stat-value-5">
            <a:extLst xmlns:a="http://schemas.openxmlformats.org/drawingml/2006/main">
              <a:ext uri="{FF2B5EF4-FFF2-40B4-BE49-F238E27FC236}">
                <a16:creationId xmlns:a16="http://schemas.microsoft.com/office/drawing/2014/main" id="{872A529B-7629-454E-9F04-125CC0B94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5644515"/>
            <a:ext cx="2762250" cy="2133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lIns="0" tIns="0" rIns="0" bIns="0" anchor="ctr">
            <a:normAutofit fontScale="98246"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t>Min: 미정 / Max: 미정</a:t>
            </a:r>
          </a:p>
        </p:txBody>
      </p:sp>
      <p:sp>
        <p:nvSpPr>
          <p:cNvPr id="31" name="footer-rule-2">
            <a:extLst xmlns:a="http://schemas.openxmlformats.org/drawingml/2006/main">
              <a:ext uri="{FF2B5EF4-FFF2-40B4-BE49-F238E27FC236}">
                <a16:creationId xmlns:a16="http://schemas.microsoft.com/office/drawing/2014/main" id="{01038593-43AD-4266-A95C-B845F47DC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722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</p:spPr>
      </p:sp>
      <p:sp>
        <p:nvSpPr>
          <p:cNvPr id="32" name="footer-source-2">
            <a:extLst xmlns:a="http://schemas.openxmlformats.org/drawingml/2006/main">
              <a:ext uri="{FF2B5EF4-FFF2-40B4-BE49-F238E27FC236}">
                <a16:creationId xmlns:a16="http://schemas.microsoft.com/office/drawing/2014/main" id="{CE958354-EF5A-44B1-9D48-80135315F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05550"/>
            <a:ext cx="342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t>docs/CHARACTER_SETTING.md</a:t>
            </a:r>
          </a:p>
        </p:txBody>
      </p:sp>
      <p:sp>
        <p:nvSpPr>
          <p:cNvPr id="33" name="footer-page-2">
            <a:extLst xmlns:a="http://schemas.openxmlformats.org/drawingml/2006/main">
              <a:ext uri="{FF2B5EF4-FFF2-40B4-BE49-F238E27FC236}">
                <a16:creationId xmlns:a16="http://schemas.microsoft.com/office/drawing/2014/main" id="{3AF8333E-1D70-419F-AE95-1A2399834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05550"/>
            <a:ext cx="514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75553042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ndit-title">
            <a:extLst xmlns:a="http://schemas.openxmlformats.org/drawingml/2006/main">
              <a:ext uri="{FF2B5EF4-FFF2-40B4-BE49-F238E27FC236}">
                <a16:creationId xmlns:a16="http://schemas.microsoft.com/office/drawing/2014/main" id="{DB59B0EE-DCAC-47E5-9321-E2C87EC11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59055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t>Bandit</a:t>
            </a:r>
          </a:p>
        </p:txBody>
      </p:sp>
      <p:sp>
        <p:nvSpPr>
          <p:cNvPr id="2" name="bandit-eyebrow">
            <a:extLst xmlns:a="http://schemas.openxmlformats.org/drawingml/2006/main">
              <a:ext uri="{FF2B5EF4-FFF2-40B4-BE49-F238E27FC236}">
                <a16:creationId xmlns:a16="http://schemas.microsoft.com/office/drawing/2014/main" id="{88919C50-CAEF-4246-8A52-0AC454924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76250"/>
            <a:ext cx="44196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t>Playable Character Draft</a:t>
            </a:r>
          </a:p>
        </p:txBody>
      </p:sp>
      <p:sp>
        <p:nvSpPr>
          <p:cNvPr id="3" name="bandit-콘셉트-heading">
            <a:extLst xmlns:a="http://schemas.openxmlformats.org/drawingml/2006/main">
              <a:ext uri="{FF2B5EF4-FFF2-40B4-BE49-F238E27FC236}">
                <a16:creationId xmlns:a16="http://schemas.microsoft.com/office/drawing/2014/main" id="{DB0265CF-8FFA-4D70-AEE3-B3EB86D70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90650"/>
            <a:ext cx="60960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t>콘셉트</a:t>
            </a:r>
          </a:p>
        </p:txBody>
      </p:sp>
      <p:sp>
        <p:nvSpPr>
          <p:cNvPr id="4" name="bandit-콘셉트-rule">
            <a:extLst xmlns:a="http://schemas.openxmlformats.org/drawingml/2006/main">
              <a:ext uri="{FF2B5EF4-FFF2-40B4-BE49-F238E27FC236}">
                <a16:creationId xmlns:a16="http://schemas.microsoft.com/office/drawing/2014/main" id="{EE9FEF32-F0BD-42B1-B272-23CF89CA4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90700"/>
            <a:ext cx="685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5" name="bandit-콘셉트-body">
            <a:extLst xmlns:a="http://schemas.openxmlformats.org/drawingml/2006/main">
              <a:ext uri="{FF2B5EF4-FFF2-40B4-BE49-F238E27FC236}">
                <a16:creationId xmlns:a16="http://schemas.microsoft.com/office/drawing/2014/main" id="{7BF121B2-03DA-4909-BB8A-FB138AC8B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62150"/>
            <a:ext cx="609600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t>미정</a:t>
            </a:r>
          </a:p>
        </p:txBody>
      </p:sp>
      <p:sp>
        <p:nvSpPr>
          <p:cNvPr id="6" name="bandit-특수 공격-heading">
            <a:extLst xmlns:a="http://schemas.openxmlformats.org/drawingml/2006/main">
              <a:ext uri="{FF2B5EF4-FFF2-40B4-BE49-F238E27FC236}">
                <a16:creationId xmlns:a16="http://schemas.microsoft.com/office/drawing/2014/main" id="{E63E70DB-45F3-4151-9097-3900E7219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143250"/>
            <a:ext cx="60960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t>특수 공격</a:t>
            </a:r>
          </a:p>
        </p:txBody>
      </p:sp>
      <p:sp>
        <p:nvSpPr>
          <p:cNvPr id="7" name="bandit-특수 공격-rule">
            <a:extLst xmlns:a="http://schemas.openxmlformats.org/drawingml/2006/main">
              <a:ext uri="{FF2B5EF4-FFF2-40B4-BE49-F238E27FC236}">
                <a16:creationId xmlns:a16="http://schemas.microsoft.com/office/drawing/2014/main" id="{604806AC-AD30-4433-AA79-1561CC416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543300"/>
            <a:ext cx="685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8" name="bandit-특수 공격-body">
            <a:extLst xmlns:a="http://schemas.openxmlformats.org/drawingml/2006/main">
              <a:ext uri="{FF2B5EF4-FFF2-40B4-BE49-F238E27FC236}">
                <a16:creationId xmlns:a16="http://schemas.microsoft.com/office/drawing/2014/main" id="{DE36A920-15E9-478E-A515-8E22F1040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714750"/>
            <a:ext cx="6096000" cy="1104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t>미정</a:t>
            </a:r>
          </a:p>
        </p:txBody>
      </p:sp>
      <p:sp>
        <p:nvSpPr>
          <p:cNvPr id="9" name="bandit-note-band">
            <a:extLst xmlns:a="http://schemas.openxmlformats.org/drawingml/2006/main">
              <a:ext uri="{FF2B5EF4-FFF2-40B4-BE49-F238E27FC236}">
                <a16:creationId xmlns:a16="http://schemas.microsoft.com/office/drawing/2014/main" id="{B8995F33-C60D-4B1F-899C-B0AF81245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219700"/>
            <a:ext cx="6096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</p:spPr>
      </p:sp>
      <p:sp>
        <p:nvSpPr>
          <p:cNvPr id="10" name="bandit-note">
            <a:extLst xmlns:a="http://schemas.openxmlformats.org/drawingml/2006/main">
              <a:ext uri="{FF2B5EF4-FFF2-40B4-BE49-F238E27FC236}">
                <a16:creationId xmlns:a16="http://schemas.microsoft.com/office/drawing/2014/main" id="{591B8DC7-9CDD-4339-8416-A1D503AC3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56769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t>스탯은 현재 공통 기본값 기준. 각도 조절 Min/Max 값은 미정.</a:t>
            </a:r>
          </a:p>
        </p:txBody>
      </p:sp>
      <p:sp>
        <p:nvSpPr>
          <p:cNvPr id="11" name="bandit-image-slot-panel">
            <a:extLst xmlns:a="http://schemas.openxmlformats.org/drawingml/2006/main">
              <a:ext uri="{FF2B5EF4-FFF2-40B4-BE49-F238E27FC236}">
                <a16:creationId xmlns:a16="http://schemas.microsoft.com/office/drawing/2014/main" id="{A0E16D41-8C44-473F-B606-4C2D22CF9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181100"/>
            <a:ext cx="4419600" cy="2609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</p:spPr>
      </p:sp>
      <p:sp>
        <p:nvSpPr>
          <p:cNvPr id="12" name="bandit-image-slot-accent">
            <a:extLst xmlns:a="http://schemas.openxmlformats.org/drawingml/2006/main">
              <a:ext uri="{FF2B5EF4-FFF2-40B4-BE49-F238E27FC236}">
                <a16:creationId xmlns:a16="http://schemas.microsoft.com/office/drawing/2014/main" id="{29243381-8B0B-4EBA-BBE7-0BDA941F2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181100"/>
            <a:ext cx="76200" cy="2609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13" name="bandit-image-slot-label">
            <a:extLst xmlns:a="http://schemas.openxmlformats.org/drawingml/2006/main">
              <a:ext uri="{FF2B5EF4-FFF2-40B4-BE49-F238E27FC236}">
                <a16:creationId xmlns:a16="http://schemas.microsoft.com/office/drawing/2014/main" id="{977FA87F-0A32-4EAE-809A-88F367146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1447800"/>
            <a:ext cx="38862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t>대표 이미지</a:t>
            </a:r>
          </a:p>
        </p:txBody>
      </p:sp>
      <p:sp>
        <p:nvSpPr>
          <p:cNvPr id="14" name="bandit-image-slot-hint">
            <a:extLst xmlns:a="http://schemas.openxmlformats.org/drawingml/2006/main">
              <a:ext uri="{FF2B5EF4-FFF2-40B4-BE49-F238E27FC236}">
                <a16:creationId xmlns:a16="http://schemas.microsoft.com/office/drawing/2014/main" id="{588160A8-834A-405F-A159-AD4DB4EDC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143250"/>
            <a:ext cx="38862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t>Bandit 레퍼런스 이미지 삽입</a:t>
            </a:r>
          </a:p>
        </p:txBody>
      </p:sp>
      <p:sp>
        <p:nvSpPr>
          <p:cNvPr id="15" name="bandit-stats-heading">
            <a:extLst xmlns:a="http://schemas.openxmlformats.org/drawingml/2006/main">
              <a:ext uri="{FF2B5EF4-FFF2-40B4-BE49-F238E27FC236}">
                <a16:creationId xmlns:a16="http://schemas.microsoft.com/office/drawing/2014/main" id="{F02C54E8-B88D-4C23-83EE-28D6B090B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057650"/>
            <a:ext cx="44196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t>스탯</a:t>
            </a:r>
          </a:p>
        </p:txBody>
      </p:sp>
      <p:sp>
        <p:nvSpPr>
          <p:cNvPr id="16" name="bandit-stat-bg-1">
            <a:extLst xmlns:a="http://schemas.openxmlformats.org/drawingml/2006/main">
              <a:ext uri="{FF2B5EF4-FFF2-40B4-BE49-F238E27FC236}">
                <a16:creationId xmlns:a16="http://schemas.microsoft.com/office/drawing/2014/main" id="{DE7D9450-BD82-4776-8408-BABE8761E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438650"/>
            <a:ext cx="4419600" cy="2800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5F5"/>
          </a:solidFill>
        </p:spPr>
      </p:sp>
      <p:sp>
        <p:nvSpPr>
          <p:cNvPr id="17" name="bandit-stat-label-1">
            <a:extLst xmlns:a="http://schemas.openxmlformats.org/drawingml/2006/main">
              <a:ext uri="{FF2B5EF4-FFF2-40B4-BE49-F238E27FC236}">
                <a16:creationId xmlns:a16="http://schemas.microsoft.com/office/drawing/2014/main" id="{5AF73950-84FC-48B2-90EA-7BA6A15F8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4486275"/>
            <a:ext cx="1352550" cy="2133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t>최대 체력</a:t>
            </a:r>
          </a:p>
        </p:txBody>
      </p:sp>
      <p:sp>
        <p:nvSpPr>
          <p:cNvPr id="18" name="bandit-stat-value-1">
            <a:extLst xmlns:a="http://schemas.openxmlformats.org/drawingml/2006/main">
              <a:ext uri="{FF2B5EF4-FFF2-40B4-BE49-F238E27FC236}">
                <a16:creationId xmlns:a16="http://schemas.microsoft.com/office/drawing/2014/main" id="{A781345F-8638-4D69-A5E2-F230EB195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4486275"/>
            <a:ext cx="2762250" cy="2133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lIns="0" tIns="0" rIns="0" bIns="0" anchor="ctr">
            <a:normAutofit fontScale="98246"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t>100</a:t>
            </a:r>
          </a:p>
        </p:txBody>
      </p:sp>
      <p:sp>
        <p:nvSpPr>
          <p:cNvPr id="19" name="bandit-stat-bg-2">
            <a:extLst xmlns:a="http://schemas.openxmlformats.org/drawingml/2006/main">
              <a:ext uri="{FF2B5EF4-FFF2-40B4-BE49-F238E27FC236}">
                <a16:creationId xmlns:a16="http://schemas.microsoft.com/office/drawing/2014/main" id="{773F2F4B-78F1-4A27-9FB3-AD3903668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728210"/>
            <a:ext cx="4419600" cy="2800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</p:sp>
      <p:sp>
        <p:nvSpPr>
          <p:cNvPr id="20" name="bandit-stat-label-2">
            <a:extLst xmlns:a="http://schemas.openxmlformats.org/drawingml/2006/main">
              <a:ext uri="{FF2B5EF4-FFF2-40B4-BE49-F238E27FC236}">
                <a16:creationId xmlns:a16="http://schemas.microsoft.com/office/drawing/2014/main" id="{7411C0E0-60BE-49AA-8813-3F1DE6A51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4775835"/>
            <a:ext cx="1352550" cy="2133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t>이동력</a:t>
            </a:r>
          </a:p>
        </p:txBody>
      </p:sp>
      <p:sp>
        <p:nvSpPr>
          <p:cNvPr id="21" name="bandit-stat-value-2">
            <a:extLst xmlns:a="http://schemas.openxmlformats.org/drawingml/2006/main">
              <a:ext uri="{FF2B5EF4-FFF2-40B4-BE49-F238E27FC236}">
                <a16:creationId xmlns:a16="http://schemas.microsoft.com/office/drawing/2014/main" id="{B7B7D6A7-BF12-46B4-9D73-D55467458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4775835"/>
            <a:ext cx="2762250" cy="2133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lIns="0" tIns="0" rIns="0" bIns="0" anchor="ctr">
            <a:normAutofit fontScale="98246"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t>420</a:t>
            </a:r>
          </a:p>
        </p:txBody>
      </p:sp>
      <p:sp>
        <p:nvSpPr>
          <p:cNvPr id="22" name="bandit-stat-bg-3">
            <a:extLst xmlns:a="http://schemas.openxmlformats.org/drawingml/2006/main">
              <a:ext uri="{FF2B5EF4-FFF2-40B4-BE49-F238E27FC236}">
                <a16:creationId xmlns:a16="http://schemas.microsoft.com/office/drawing/2014/main" id="{1855546A-E9EF-4477-BAA8-958F45F6F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5017770"/>
            <a:ext cx="4419600" cy="2800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5F5"/>
          </a:solidFill>
        </p:spPr>
      </p:sp>
      <p:sp>
        <p:nvSpPr>
          <p:cNvPr id="23" name="bandit-stat-label-3">
            <a:extLst xmlns:a="http://schemas.openxmlformats.org/drawingml/2006/main">
              <a:ext uri="{FF2B5EF4-FFF2-40B4-BE49-F238E27FC236}">
                <a16:creationId xmlns:a16="http://schemas.microsoft.com/office/drawing/2014/main" id="{864A8CE2-64D4-40BD-92F6-EF4DAE8B1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5065395"/>
            <a:ext cx="1352550" cy="2133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t>탄환 속도</a:t>
            </a:r>
          </a:p>
        </p:txBody>
      </p:sp>
      <p:sp>
        <p:nvSpPr>
          <p:cNvPr id="24" name="bandit-stat-value-3">
            <a:extLst xmlns:a="http://schemas.openxmlformats.org/drawingml/2006/main">
              <a:ext uri="{FF2B5EF4-FFF2-40B4-BE49-F238E27FC236}">
                <a16:creationId xmlns:a16="http://schemas.microsoft.com/office/drawing/2014/main" id="{4A0F892E-F06A-4A47-B883-F98E46746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5065395"/>
            <a:ext cx="2762250" cy="2133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lIns="0" tIns="0" rIns="0" bIns="0" anchor="ctr">
            <a:normAutofit fontScale="98246"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t>1.0</a:t>
            </a:r>
          </a:p>
        </p:txBody>
      </p:sp>
      <p:sp>
        <p:nvSpPr>
          <p:cNvPr id="25" name="bandit-stat-bg-4">
            <a:extLst xmlns:a="http://schemas.openxmlformats.org/drawingml/2006/main">
              <a:ext uri="{FF2B5EF4-FFF2-40B4-BE49-F238E27FC236}">
                <a16:creationId xmlns:a16="http://schemas.microsoft.com/office/drawing/2014/main" id="{3D29412A-F698-440E-9E5F-2BCF4B142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5307330"/>
            <a:ext cx="4419600" cy="2800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</p:sp>
      <p:sp>
        <p:nvSpPr>
          <p:cNvPr id="26" name="bandit-stat-label-4">
            <a:extLst xmlns:a="http://schemas.openxmlformats.org/drawingml/2006/main">
              <a:ext uri="{FF2B5EF4-FFF2-40B4-BE49-F238E27FC236}">
                <a16:creationId xmlns:a16="http://schemas.microsoft.com/office/drawing/2014/main" id="{7812F9CC-4750-4FA1-852F-A91DF5136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5354955"/>
            <a:ext cx="1352550" cy="2133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t>투사체 수</a:t>
            </a:r>
          </a:p>
        </p:txBody>
      </p:sp>
      <p:sp>
        <p:nvSpPr>
          <p:cNvPr id="27" name="bandit-stat-value-4">
            <a:extLst xmlns:a="http://schemas.openxmlformats.org/drawingml/2006/main">
              <a:ext uri="{FF2B5EF4-FFF2-40B4-BE49-F238E27FC236}">
                <a16:creationId xmlns:a16="http://schemas.microsoft.com/office/drawing/2014/main" id="{B619AF1A-6F45-480E-8C25-F6694A1D5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5354955"/>
            <a:ext cx="2762250" cy="2133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lIns="0" tIns="0" rIns="0" bIns="0" anchor="ctr">
            <a:normAutofit fontScale="98246"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t>1</a:t>
            </a:r>
          </a:p>
        </p:txBody>
      </p:sp>
      <p:sp>
        <p:nvSpPr>
          <p:cNvPr id="28" name="bandit-stat-bg-5">
            <a:extLst xmlns:a="http://schemas.openxmlformats.org/drawingml/2006/main">
              <a:ext uri="{FF2B5EF4-FFF2-40B4-BE49-F238E27FC236}">
                <a16:creationId xmlns:a16="http://schemas.microsoft.com/office/drawing/2014/main" id="{1054343B-C006-4073-A99F-F4BE95DD9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5596890"/>
            <a:ext cx="4419600" cy="2800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5F5"/>
          </a:solidFill>
        </p:spPr>
      </p:sp>
      <p:sp>
        <p:nvSpPr>
          <p:cNvPr id="29" name="bandit-stat-label-5">
            <a:extLst xmlns:a="http://schemas.openxmlformats.org/drawingml/2006/main">
              <a:ext uri="{FF2B5EF4-FFF2-40B4-BE49-F238E27FC236}">
                <a16:creationId xmlns:a16="http://schemas.microsoft.com/office/drawing/2014/main" id="{26A3E879-C2AF-4B60-AA3C-7AE7DD412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5644515"/>
            <a:ext cx="1352550" cy="2133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t>각도 조절</a:t>
            </a:r>
          </a:p>
        </p:txBody>
      </p:sp>
      <p:sp>
        <p:nvSpPr>
          <p:cNvPr id="30" name="bandit-stat-value-5">
            <a:extLst xmlns:a="http://schemas.openxmlformats.org/drawingml/2006/main">
              <a:ext uri="{FF2B5EF4-FFF2-40B4-BE49-F238E27FC236}">
                <a16:creationId xmlns:a16="http://schemas.microsoft.com/office/drawing/2014/main" id="{AA032979-F91B-48FA-80E8-0D42809AC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5644515"/>
            <a:ext cx="2762250" cy="2133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lIns="0" tIns="0" rIns="0" bIns="0" anchor="ctr">
            <a:normAutofit fontScale="98246"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t>Min: 미정 / Max: 미정</a:t>
            </a:r>
          </a:p>
        </p:txBody>
      </p:sp>
      <p:sp>
        <p:nvSpPr>
          <p:cNvPr id="31" name="footer-rule-3">
            <a:extLst xmlns:a="http://schemas.openxmlformats.org/drawingml/2006/main">
              <a:ext uri="{FF2B5EF4-FFF2-40B4-BE49-F238E27FC236}">
                <a16:creationId xmlns:a16="http://schemas.microsoft.com/office/drawing/2014/main" id="{1C6D9CC5-4AEF-4F91-934C-AF899609E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722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</p:spPr>
      </p:sp>
      <p:sp>
        <p:nvSpPr>
          <p:cNvPr id="32" name="footer-source-3">
            <a:extLst xmlns:a="http://schemas.openxmlformats.org/drawingml/2006/main">
              <a:ext uri="{FF2B5EF4-FFF2-40B4-BE49-F238E27FC236}">
                <a16:creationId xmlns:a16="http://schemas.microsoft.com/office/drawing/2014/main" id="{5C307C6A-C21E-4EC6-9DFE-6F21876E4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05550"/>
            <a:ext cx="342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t>docs/CHARACTER_SETTING.md</a:t>
            </a:r>
          </a:p>
        </p:txBody>
      </p:sp>
      <p:sp>
        <p:nvSpPr>
          <p:cNvPr id="33" name="footer-page-3">
            <a:extLst xmlns:a="http://schemas.openxmlformats.org/drawingml/2006/main">
              <a:ext uri="{FF2B5EF4-FFF2-40B4-BE49-F238E27FC236}">
                <a16:creationId xmlns:a16="http://schemas.microsoft.com/office/drawing/2014/main" id="{47401191-DB7C-4434-BD9E-462EEEA76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05550"/>
            <a:ext cx="514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33406362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miner-title">
            <a:extLst xmlns:a="http://schemas.openxmlformats.org/drawingml/2006/main">
              <a:ext uri="{FF2B5EF4-FFF2-40B4-BE49-F238E27FC236}">
                <a16:creationId xmlns:a16="http://schemas.microsoft.com/office/drawing/2014/main" id="{CBE2A975-5F9D-48A4-A289-637C92B9E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59055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t>Miner</a:t>
            </a:r>
          </a:p>
        </p:txBody>
      </p:sp>
      <p:sp>
        <p:nvSpPr>
          <p:cNvPr id="2" name="miner-eyebrow">
            <a:extLst xmlns:a="http://schemas.openxmlformats.org/drawingml/2006/main">
              <a:ext uri="{FF2B5EF4-FFF2-40B4-BE49-F238E27FC236}">
                <a16:creationId xmlns:a16="http://schemas.microsoft.com/office/drawing/2014/main" id="{0271964A-938E-44A5-83DD-F07B98307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76250"/>
            <a:ext cx="44196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t>Playable Character Draft</a:t>
            </a:r>
          </a:p>
        </p:txBody>
      </p:sp>
      <p:sp>
        <p:nvSpPr>
          <p:cNvPr id="3" name="miner-콘셉트-heading">
            <a:extLst xmlns:a="http://schemas.openxmlformats.org/drawingml/2006/main">
              <a:ext uri="{FF2B5EF4-FFF2-40B4-BE49-F238E27FC236}">
                <a16:creationId xmlns:a16="http://schemas.microsoft.com/office/drawing/2014/main" id="{2EDC46AF-AB82-47D4-B297-E5ADD8378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90650"/>
            <a:ext cx="60960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t>콘셉트</a:t>
            </a:r>
          </a:p>
        </p:txBody>
      </p:sp>
      <p:sp>
        <p:nvSpPr>
          <p:cNvPr id="4" name="miner-콘셉트-rule">
            <a:extLst xmlns:a="http://schemas.openxmlformats.org/drawingml/2006/main">
              <a:ext uri="{FF2B5EF4-FFF2-40B4-BE49-F238E27FC236}">
                <a16:creationId xmlns:a16="http://schemas.microsoft.com/office/drawing/2014/main" id="{4E03FE3E-57CD-4F02-BF82-8966EEE9C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90700"/>
            <a:ext cx="685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5" name="miner-콘셉트-body">
            <a:extLst xmlns:a="http://schemas.openxmlformats.org/drawingml/2006/main">
              <a:ext uri="{FF2B5EF4-FFF2-40B4-BE49-F238E27FC236}">
                <a16:creationId xmlns:a16="http://schemas.microsoft.com/office/drawing/2014/main" id="{AB74A0B6-628B-410E-9346-0430791B4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62150"/>
            <a:ext cx="609600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t>미정</a:t>
            </a:r>
          </a:p>
        </p:txBody>
      </p:sp>
      <p:sp>
        <p:nvSpPr>
          <p:cNvPr id="6" name="miner-특수 공격-heading">
            <a:extLst xmlns:a="http://schemas.openxmlformats.org/drawingml/2006/main">
              <a:ext uri="{FF2B5EF4-FFF2-40B4-BE49-F238E27FC236}">
                <a16:creationId xmlns:a16="http://schemas.microsoft.com/office/drawing/2014/main" id="{6DA497AD-2F08-41F9-9C19-6F55EF915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143250"/>
            <a:ext cx="60960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t>특수 공격</a:t>
            </a:r>
          </a:p>
        </p:txBody>
      </p:sp>
      <p:sp>
        <p:nvSpPr>
          <p:cNvPr id="7" name="miner-특수 공격-rule">
            <a:extLst xmlns:a="http://schemas.openxmlformats.org/drawingml/2006/main">
              <a:ext uri="{FF2B5EF4-FFF2-40B4-BE49-F238E27FC236}">
                <a16:creationId xmlns:a16="http://schemas.microsoft.com/office/drawing/2014/main" id="{2394F346-4B7E-41F3-BD21-9747D7310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543300"/>
            <a:ext cx="685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8" name="miner-특수 공격-body">
            <a:extLst xmlns:a="http://schemas.openxmlformats.org/drawingml/2006/main">
              <a:ext uri="{FF2B5EF4-FFF2-40B4-BE49-F238E27FC236}">
                <a16:creationId xmlns:a16="http://schemas.microsoft.com/office/drawing/2014/main" id="{549D7B14-01DD-4013-B9E4-AD8DAE4AB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714750"/>
            <a:ext cx="6096000" cy="1104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t>미정</a:t>
            </a:r>
          </a:p>
        </p:txBody>
      </p:sp>
      <p:sp>
        <p:nvSpPr>
          <p:cNvPr id="9" name="miner-note-band">
            <a:extLst xmlns:a="http://schemas.openxmlformats.org/drawingml/2006/main">
              <a:ext uri="{FF2B5EF4-FFF2-40B4-BE49-F238E27FC236}">
                <a16:creationId xmlns:a16="http://schemas.microsoft.com/office/drawing/2014/main" id="{53625281-1648-4AE3-B562-6AC105EE0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219700"/>
            <a:ext cx="6096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</p:spPr>
      </p:sp>
      <p:sp>
        <p:nvSpPr>
          <p:cNvPr id="10" name="miner-note">
            <a:extLst xmlns:a="http://schemas.openxmlformats.org/drawingml/2006/main">
              <a:ext uri="{FF2B5EF4-FFF2-40B4-BE49-F238E27FC236}">
                <a16:creationId xmlns:a16="http://schemas.microsoft.com/office/drawing/2014/main" id="{C0649E31-536E-448F-9E75-9B19F5CF4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56769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t>스탯은 현재 공통 기본값 기준. 각도 조절 Min/Max 값은 미정.</a:t>
            </a:r>
          </a:p>
        </p:txBody>
      </p:sp>
      <p:sp>
        <p:nvSpPr>
          <p:cNvPr id="11" name="miner-image-slot-panel">
            <a:extLst xmlns:a="http://schemas.openxmlformats.org/drawingml/2006/main">
              <a:ext uri="{FF2B5EF4-FFF2-40B4-BE49-F238E27FC236}">
                <a16:creationId xmlns:a16="http://schemas.microsoft.com/office/drawing/2014/main" id="{2F805D9B-4955-47CD-8456-AE9413059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181100"/>
            <a:ext cx="4419600" cy="2609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</p:spPr>
      </p:sp>
      <p:sp>
        <p:nvSpPr>
          <p:cNvPr id="12" name="miner-image-slot-accent">
            <a:extLst xmlns:a="http://schemas.openxmlformats.org/drawingml/2006/main">
              <a:ext uri="{FF2B5EF4-FFF2-40B4-BE49-F238E27FC236}">
                <a16:creationId xmlns:a16="http://schemas.microsoft.com/office/drawing/2014/main" id="{C3FE38AD-467F-4C01-8B06-8D236E1FE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181100"/>
            <a:ext cx="76200" cy="2609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13" name="miner-image-slot-label">
            <a:extLst xmlns:a="http://schemas.openxmlformats.org/drawingml/2006/main">
              <a:ext uri="{FF2B5EF4-FFF2-40B4-BE49-F238E27FC236}">
                <a16:creationId xmlns:a16="http://schemas.microsoft.com/office/drawing/2014/main" id="{37599C53-1EC9-4B07-91D0-2BD8969F9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1447800"/>
            <a:ext cx="38862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t>대표 이미지</a:t>
            </a:r>
          </a:p>
        </p:txBody>
      </p:sp>
      <p:sp>
        <p:nvSpPr>
          <p:cNvPr id="14" name="miner-image-slot-hint">
            <a:extLst xmlns:a="http://schemas.openxmlformats.org/drawingml/2006/main">
              <a:ext uri="{FF2B5EF4-FFF2-40B4-BE49-F238E27FC236}">
                <a16:creationId xmlns:a16="http://schemas.microsoft.com/office/drawing/2014/main" id="{651FC84C-3070-4709-BCDD-E62C86A9F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143250"/>
            <a:ext cx="38862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t>Miner 레퍼런스 이미지 삽입</a:t>
            </a:r>
          </a:p>
        </p:txBody>
      </p:sp>
      <p:sp>
        <p:nvSpPr>
          <p:cNvPr id="15" name="miner-stats-heading">
            <a:extLst xmlns:a="http://schemas.openxmlformats.org/drawingml/2006/main">
              <a:ext uri="{FF2B5EF4-FFF2-40B4-BE49-F238E27FC236}">
                <a16:creationId xmlns:a16="http://schemas.microsoft.com/office/drawing/2014/main" id="{FBBC3CBE-D8EB-4425-9D47-B19F9DCE7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057650"/>
            <a:ext cx="44196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t>스탯</a:t>
            </a:r>
          </a:p>
        </p:txBody>
      </p:sp>
      <p:sp>
        <p:nvSpPr>
          <p:cNvPr id="16" name="miner-stat-bg-1">
            <a:extLst xmlns:a="http://schemas.openxmlformats.org/drawingml/2006/main">
              <a:ext uri="{FF2B5EF4-FFF2-40B4-BE49-F238E27FC236}">
                <a16:creationId xmlns:a16="http://schemas.microsoft.com/office/drawing/2014/main" id="{170EFF95-3ECD-4B68-8760-E704DD481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438650"/>
            <a:ext cx="4419600" cy="2800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5F5"/>
          </a:solidFill>
        </p:spPr>
      </p:sp>
      <p:sp>
        <p:nvSpPr>
          <p:cNvPr id="17" name="miner-stat-label-1">
            <a:extLst xmlns:a="http://schemas.openxmlformats.org/drawingml/2006/main">
              <a:ext uri="{FF2B5EF4-FFF2-40B4-BE49-F238E27FC236}">
                <a16:creationId xmlns:a16="http://schemas.microsoft.com/office/drawing/2014/main" id="{90FC4CF4-51A4-41CB-ABFE-6E264B090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4486275"/>
            <a:ext cx="1352550" cy="2133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t>최대 체력</a:t>
            </a:r>
          </a:p>
        </p:txBody>
      </p:sp>
      <p:sp>
        <p:nvSpPr>
          <p:cNvPr id="18" name="miner-stat-value-1">
            <a:extLst xmlns:a="http://schemas.openxmlformats.org/drawingml/2006/main">
              <a:ext uri="{FF2B5EF4-FFF2-40B4-BE49-F238E27FC236}">
                <a16:creationId xmlns:a16="http://schemas.microsoft.com/office/drawing/2014/main" id="{D731FF08-8A85-4A03-9CB8-C2D8B8ACC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4486275"/>
            <a:ext cx="2762250" cy="2133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lIns="0" tIns="0" rIns="0" bIns="0" anchor="ctr">
            <a:normAutofit fontScale="98246"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t>100</a:t>
            </a:r>
          </a:p>
        </p:txBody>
      </p:sp>
      <p:sp>
        <p:nvSpPr>
          <p:cNvPr id="19" name="miner-stat-bg-2">
            <a:extLst xmlns:a="http://schemas.openxmlformats.org/drawingml/2006/main">
              <a:ext uri="{FF2B5EF4-FFF2-40B4-BE49-F238E27FC236}">
                <a16:creationId xmlns:a16="http://schemas.microsoft.com/office/drawing/2014/main" id="{AC902703-6A4F-4235-A956-278E0AFC3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728210"/>
            <a:ext cx="4419600" cy="2800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</p:sp>
      <p:sp>
        <p:nvSpPr>
          <p:cNvPr id="20" name="miner-stat-label-2">
            <a:extLst xmlns:a="http://schemas.openxmlformats.org/drawingml/2006/main">
              <a:ext uri="{FF2B5EF4-FFF2-40B4-BE49-F238E27FC236}">
                <a16:creationId xmlns:a16="http://schemas.microsoft.com/office/drawing/2014/main" id="{0FB86264-9E34-4522-9C77-339DB5E0F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4775835"/>
            <a:ext cx="1352550" cy="2133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t>이동력</a:t>
            </a:r>
          </a:p>
        </p:txBody>
      </p:sp>
      <p:sp>
        <p:nvSpPr>
          <p:cNvPr id="21" name="miner-stat-value-2">
            <a:extLst xmlns:a="http://schemas.openxmlformats.org/drawingml/2006/main">
              <a:ext uri="{FF2B5EF4-FFF2-40B4-BE49-F238E27FC236}">
                <a16:creationId xmlns:a16="http://schemas.microsoft.com/office/drawing/2014/main" id="{CFE95897-7E2F-4F99-B056-14D092028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4775835"/>
            <a:ext cx="2762250" cy="2133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lIns="0" tIns="0" rIns="0" bIns="0" anchor="ctr">
            <a:normAutofit fontScale="98246"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t>420</a:t>
            </a:r>
          </a:p>
        </p:txBody>
      </p:sp>
      <p:sp>
        <p:nvSpPr>
          <p:cNvPr id="22" name="miner-stat-bg-3">
            <a:extLst xmlns:a="http://schemas.openxmlformats.org/drawingml/2006/main">
              <a:ext uri="{FF2B5EF4-FFF2-40B4-BE49-F238E27FC236}">
                <a16:creationId xmlns:a16="http://schemas.microsoft.com/office/drawing/2014/main" id="{6650B0E6-AB81-4DAA-8DDE-2B79897A7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5017770"/>
            <a:ext cx="4419600" cy="2800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5F5"/>
          </a:solidFill>
        </p:spPr>
      </p:sp>
      <p:sp>
        <p:nvSpPr>
          <p:cNvPr id="23" name="miner-stat-label-3">
            <a:extLst xmlns:a="http://schemas.openxmlformats.org/drawingml/2006/main">
              <a:ext uri="{FF2B5EF4-FFF2-40B4-BE49-F238E27FC236}">
                <a16:creationId xmlns:a16="http://schemas.microsoft.com/office/drawing/2014/main" id="{4E6B5F94-7581-4B08-8747-D492E35BB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5065395"/>
            <a:ext cx="1352550" cy="2133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t>탄환 속도</a:t>
            </a:r>
          </a:p>
        </p:txBody>
      </p:sp>
      <p:sp>
        <p:nvSpPr>
          <p:cNvPr id="24" name="miner-stat-value-3">
            <a:extLst xmlns:a="http://schemas.openxmlformats.org/drawingml/2006/main">
              <a:ext uri="{FF2B5EF4-FFF2-40B4-BE49-F238E27FC236}">
                <a16:creationId xmlns:a16="http://schemas.microsoft.com/office/drawing/2014/main" id="{09BF38C7-3722-41D3-A1C3-9F58DDBE9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5065395"/>
            <a:ext cx="2762250" cy="2133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lIns="0" tIns="0" rIns="0" bIns="0" anchor="ctr">
            <a:normAutofit fontScale="98246"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t>1.0</a:t>
            </a:r>
          </a:p>
        </p:txBody>
      </p:sp>
      <p:sp>
        <p:nvSpPr>
          <p:cNvPr id="25" name="miner-stat-bg-4">
            <a:extLst xmlns:a="http://schemas.openxmlformats.org/drawingml/2006/main">
              <a:ext uri="{FF2B5EF4-FFF2-40B4-BE49-F238E27FC236}">
                <a16:creationId xmlns:a16="http://schemas.microsoft.com/office/drawing/2014/main" id="{BB2317C7-4CC8-42F7-A507-E6F2E0214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5307330"/>
            <a:ext cx="4419600" cy="2800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</p:sp>
      <p:sp>
        <p:nvSpPr>
          <p:cNvPr id="26" name="miner-stat-label-4">
            <a:extLst xmlns:a="http://schemas.openxmlformats.org/drawingml/2006/main">
              <a:ext uri="{FF2B5EF4-FFF2-40B4-BE49-F238E27FC236}">
                <a16:creationId xmlns:a16="http://schemas.microsoft.com/office/drawing/2014/main" id="{9F0DC03D-1E9B-4CB0-A935-6ABE5E86F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5354955"/>
            <a:ext cx="1352550" cy="2133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t>투사체 수</a:t>
            </a:r>
          </a:p>
        </p:txBody>
      </p:sp>
      <p:sp>
        <p:nvSpPr>
          <p:cNvPr id="27" name="miner-stat-value-4">
            <a:extLst xmlns:a="http://schemas.openxmlformats.org/drawingml/2006/main">
              <a:ext uri="{FF2B5EF4-FFF2-40B4-BE49-F238E27FC236}">
                <a16:creationId xmlns:a16="http://schemas.microsoft.com/office/drawing/2014/main" id="{6F47A5C0-3C69-4DF0-AA4C-43774374F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5354955"/>
            <a:ext cx="2762250" cy="2133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lIns="0" tIns="0" rIns="0" bIns="0" anchor="ctr">
            <a:normAutofit fontScale="98246"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t>1</a:t>
            </a:r>
          </a:p>
        </p:txBody>
      </p:sp>
      <p:sp>
        <p:nvSpPr>
          <p:cNvPr id="28" name="miner-stat-bg-5">
            <a:extLst xmlns:a="http://schemas.openxmlformats.org/drawingml/2006/main">
              <a:ext uri="{FF2B5EF4-FFF2-40B4-BE49-F238E27FC236}">
                <a16:creationId xmlns:a16="http://schemas.microsoft.com/office/drawing/2014/main" id="{9FB270D8-0BAA-4BB1-9ECC-5CF401D3C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5596890"/>
            <a:ext cx="4419600" cy="2800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5F5"/>
          </a:solidFill>
        </p:spPr>
      </p:sp>
      <p:sp>
        <p:nvSpPr>
          <p:cNvPr id="29" name="miner-stat-label-5">
            <a:extLst xmlns:a="http://schemas.openxmlformats.org/drawingml/2006/main">
              <a:ext uri="{FF2B5EF4-FFF2-40B4-BE49-F238E27FC236}">
                <a16:creationId xmlns:a16="http://schemas.microsoft.com/office/drawing/2014/main" id="{AEEF9153-EED4-4C7F-91B7-C0419336E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5644515"/>
            <a:ext cx="1352550" cy="2133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t>각도 조절</a:t>
            </a:r>
          </a:p>
        </p:txBody>
      </p:sp>
      <p:sp>
        <p:nvSpPr>
          <p:cNvPr id="30" name="miner-stat-value-5">
            <a:extLst xmlns:a="http://schemas.openxmlformats.org/drawingml/2006/main">
              <a:ext uri="{FF2B5EF4-FFF2-40B4-BE49-F238E27FC236}">
                <a16:creationId xmlns:a16="http://schemas.microsoft.com/office/drawing/2014/main" id="{D23B1FE8-2F9F-4DDA-A5AE-3E47D1BD8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5644515"/>
            <a:ext cx="2762250" cy="2133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lIns="0" tIns="0" rIns="0" bIns="0" anchor="ctr">
            <a:normAutofit fontScale="98246"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t>Min: 미정 / Max: 미정</a:t>
            </a:r>
          </a:p>
        </p:txBody>
      </p:sp>
      <p:sp>
        <p:nvSpPr>
          <p:cNvPr id="31" name="footer-rule-4">
            <a:extLst xmlns:a="http://schemas.openxmlformats.org/drawingml/2006/main">
              <a:ext uri="{FF2B5EF4-FFF2-40B4-BE49-F238E27FC236}">
                <a16:creationId xmlns:a16="http://schemas.microsoft.com/office/drawing/2014/main" id="{7FAEA6DC-6760-4A6C-B681-5EB0244B6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722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</p:spPr>
      </p:sp>
      <p:sp>
        <p:nvSpPr>
          <p:cNvPr id="32" name="footer-source-4">
            <a:extLst xmlns:a="http://schemas.openxmlformats.org/drawingml/2006/main">
              <a:ext uri="{FF2B5EF4-FFF2-40B4-BE49-F238E27FC236}">
                <a16:creationId xmlns:a16="http://schemas.microsoft.com/office/drawing/2014/main" id="{438380FA-E461-4562-AEA7-0B81C1282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05550"/>
            <a:ext cx="342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t>docs/CHARACTER_SETTING.md</a:t>
            </a:r>
          </a:p>
        </p:txBody>
      </p:sp>
      <p:sp>
        <p:nvSpPr>
          <p:cNvPr id="33" name="footer-page-4">
            <a:extLst xmlns:a="http://schemas.openxmlformats.org/drawingml/2006/main">
              <a:ext uri="{FF2B5EF4-FFF2-40B4-BE49-F238E27FC236}">
                <a16:creationId xmlns:a16="http://schemas.microsoft.com/office/drawing/2014/main" id="{731298D1-0453-42CB-AC12-4469ACF89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05550"/>
            <a:ext cx="514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38977610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ngineer-title">
            <a:extLst xmlns:a="http://schemas.openxmlformats.org/drawingml/2006/main">
              <a:ext uri="{FF2B5EF4-FFF2-40B4-BE49-F238E27FC236}">
                <a16:creationId xmlns:a16="http://schemas.microsoft.com/office/drawing/2014/main" id="{728FB307-10A3-4F03-AB4A-4F25A1088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59055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t>Engineer</a:t>
            </a:r>
          </a:p>
        </p:txBody>
      </p:sp>
      <p:sp>
        <p:nvSpPr>
          <p:cNvPr id="2" name="engineer-eyebrow">
            <a:extLst xmlns:a="http://schemas.openxmlformats.org/drawingml/2006/main">
              <a:ext uri="{FF2B5EF4-FFF2-40B4-BE49-F238E27FC236}">
                <a16:creationId xmlns:a16="http://schemas.microsoft.com/office/drawing/2014/main" id="{7F85F543-A250-498A-9119-DF3047CD1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76250"/>
            <a:ext cx="44196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t>Playable Character Draft</a:t>
            </a:r>
          </a:p>
        </p:txBody>
      </p:sp>
      <p:sp>
        <p:nvSpPr>
          <p:cNvPr id="3" name="engineer-콘셉트-heading">
            <a:extLst xmlns:a="http://schemas.openxmlformats.org/drawingml/2006/main">
              <a:ext uri="{FF2B5EF4-FFF2-40B4-BE49-F238E27FC236}">
                <a16:creationId xmlns:a16="http://schemas.microsoft.com/office/drawing/2014/main" id="{32B10849-02A0-4B3E-91F5-DFEEB999F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90650"/>
            <a:ext cx="60960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t>콘셉트</a:t>
            </a:r>
          </a:p>
        </p:txBody>
      </p:sp>
      <p:sp>
        <p:nvSpPr>
          <p:cNvPr id="4" name="engineer-콘셉트-rule">
            <a:extLst xmlns:a="http://schemas.openxmlformats.org/drawingml/2006/main">
              <a:ext uri="{FF2B5EF4-FFF2-40B4-BE49-F238E27FC236}">
                <a16:creationId xmlns:a16="http://schemas.microsoft.com/office/drawing/2014/main" id="{2CC3F8B3-B32D-42F9-B71E-6D5FC2551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90700"/>
            <a:ext cx="685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5" name="engineer-콘셉트-body">
            <a:extLst xmlns:a="http://schemas.openxmlformats.org/drawingml/2006/main">
              <a:ext uri="{FF2B5EF4-FFF2-40B4-BE49-F238E27FC236}">
                <a16:creationId xmlns:a16="http://schemas.microsoft.com/office/drawing/2014/main" id="{87D54810-6DA6-4782-979F-2BB636956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62150"/>
            <a:ext cx="609600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t>미정</a:t>
            </a:r>
          </a:p>
        </p:txBody>
      </p:sp>
      <p:sp>
        <p:nvSpPr>
          <p:cNvPr id="6" name="engineer-특수 공격-heading">
            <a:extLst xmlns:a="http://schemas.openxmlformats.org/drawingml/2006/main">
              <a:ext uri="{FF2B5EF4-FFF2-40B4-BE49-F238E27FC236}">
                <a16:creationId xmlns:a16="http://schemas.microsoft.com/office/drawing/2014/main" id="{A128F9A5-2C00-437E-92B6-6477152D2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143250"/>
            <a:ext cx="60960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t>특수 공격</a:t>
            </a:r>
          </a:p>
        </p:txBody>
      </p:sp>
      <p:sp>
        <p:nvSpPr>
          <p:cNvPr id="7" name="engineer-특수 공격-rule">
            <a:extLst xmlns:a="http://schemas.openxmlformats.org/drawingml/2006/main">
              <a:ext uri="{FF2B5EF4-FFF2-40B4-BE49-F238E27FC236}">
                <a16:creationId xmlns:a16="http://schemas.microsoft.com/office/drawing/2014/main" id="{B76F7F4B-F110-4BE9-A4CE-73F810D6C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543300"/>
            <a:ext cx="685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8" name="engineer-특수 공격-body">
            <a:extLst xmlns:a="http://schemas.openxmlformats.org/drawingml/2006/main">
              <a:ext uri="{FF2B5EF4-FFF2-40B4-BE49-F238E27FC236}">
                <a16:creationId xmlns:a16="http://schemas.microsoft.com/office/drawing/2014/main" id="{66C5EB5F-E2A6-4995-B0F5-B671860CB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714750"/>
            <a:ext cx="6096000" cy="1104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t>미정</a:t>
            </a:r>
          </a:p>
        </p:txBody>
      </p:sp>
      <p:sp>
        <p:nvSpPr>
          <p:cNvPr id="9" name="engineer-note-band">
            <a:extLst xmlns:a="http://schemas.openxmlformats.org/drawingml/2006/main">
              <a:ext uri="{FF2B5EF4-FFF2-40B4-BE49-F238E27FC236}">
                <a16:creationId xmlns:a16="http://schemas.microsoft.com/office/drawing/2014/main" id="{2AAFAB98-EE86-435B-9671-1C58707B9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219700"/>
            <a:ext cx="6096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</p:spPr>
      </p:sp>
      <p:sp>
        <p:nvSpPr>
          <p:cNvPr id="10" name="engineer-note">
            <a:extLst xmlns:a="http://schemas.openxmlformats.org/drawingml/2006/main">
              <a:ext uri="{FF2B5EF4-FFF2-40B4-BE49-F238E27FC236}">
                <a16:creationId xmlns:a16="http://schemas.microsoft.com/office/drawing/2014/main" id="{28806180-E283-4379-BCD4-02B74FE0E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56769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t>스탯은 현재 공통 기본값 기준. 각도 조절 Min/Max 값은 미정.</a:t>
            </a:r>
          </a:p>
        </p:txBody>
      </p:sp>
      <p:sp>
        <p:nvSpPr>
          <p:cNvPr id="11" name="engineer-image-slot-panel">
            <a:extLst xmlns:a="http://schemas.openxmlformats.org/drawingml/2006/main">
              <a:ext uri="{FF2B5EF4-FFF2-40B4-BE49-F238E27FC236}">
                <a16:creationId xmlns:a16="http://schemas.microsoft.com/office/drawing/2014/main" id="{A60CDE87-D73A-4FED-A037-BD9FA4FF2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181100"/>
            <a:ext cx="4419600" cy="2609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</p:spPr>
      </p:sp>
      <p:sp>
        <p:nvSpPr>
          <p:cNvPr id="12" name="engineer-image-slot-accent">
            <a:extLst xmlns:a="http://schemas.openxmlformats.org/drawingml/2006/main">
              <a:ext uri="{FF2B5EF4-FFF2-40B4-BE49-F238E27FC236}">
                <a16:creationId xmlns:a16="http://schemas.microsoft.com/office/drawing/2014/main" id="{D84A766A-9352-4967-8D6A-B4AD36440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181100"/>
            <a:ext cx="76200" cy="2609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13" name="engineer-image-slot-label">
            <a:extLst xmlns:a="http://schemas.openxmlformats.org/drawingml/2006/main">
              <a:ext uri="{FF2B5EF4-FFF2-40B4-BE49-F238E27FC236}">
                <a16:creationId xmlns:a16="http://schemas.microsoft.com/office/drawing/2014/main" id="{A4FEA5D4-50E4-4915-BBC1-008AEC0A8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1447800"/>
            <a:ext cx="38862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t>대표 이미지</a:t>
            </a:r>
          </a:p>
        </p:txBody>
      </p:sp>
      <p:sp>
        <p:nvSpPr>
          <p:cNvPr id="14" name="engineer-image-slot-hint">
            <a:extLst xmlns:a="http://schemas.openxmlformats.org/drawingml/2006/main">
              <a:ext uri="{FF2B5EF4-FFF2-40B4-BE49-F238E27FC236}">
                <a16:creationId xmlns:a16="http://schemas.microsoft.com/office/drawing/2014/main" id="{B7806D59-C62D-4315-8C8A-55EE55615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143250"/>
            <a:ext cx="38862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t>Engineer 레퍼런스 이미지 삽입</a:t>
            </a:r>
          </a:p>
        </p:txBody>
      </p:sp>
      <p:sp>
        <p:nvSpPr>
          <p:cNvPr id="15" name="engineer-stats-heading">
            <a:extLst xmlns:a="http://schemas.openxmlformats.org/drawingml/2006/main">
              <a:ext uri="{FF2B5EF4-FFF2-40B4-BE49-F238E27FC236}">
                <a16:creationId xmlns:a16="http://schemas.microsoft.com/office/drawing/2014/main" id="{3A00AFF1-425E-4AA8-869A-2966FA21B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057650"/>
            <a:ext cx="44196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t>스탯</a:t>
            </a:r>
          </a:p>
        </p:txBody>
      </p:sp>
      <p:sp>
        <p:nvSpPr>
          <p:cNvPr id="16" name="engineer-stat-bg-1">
            <a:extLst xmlns:a="http://schemas.openxmlformats.org/drawingml/2006/main">
              <a:ext uri="{FF2B5EF4-FFF2-40B4-BE49-F238E27FC236}">
                <a16:creationId xmlns:a16="http://schemas.microsoft.com/office/drawing/2014/main" id="{0E3D2ADC-39EC-4DD7-944F-0DC805D92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438650"/>
            <a:ext cx="4419600" cy="2800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5F5"/>
          </a:solidFill>
        </p:spPr>
      </p:sp>
      <p:sp>
        <p:nvSpPr>
          <p:cNvPr id="17" name="engineer-stat-label-1">
            <a:extLst xmlns:a="http://schemas.openxmlformats.org/drawingml/2006/main">
              <a:ext uri="{FF2B5EF4-FFF2-40B4-BE49-F238E27FC236}">
                <a16:creationId xmlns:a16="http://schemas.microsoft.com/office/drawing/2014/main" id="{409AE207-555E-49B9-A9C0-078BFC937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4486275"/>
            <a:ext cx="1352550" cy="2133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t>최대 체력</a:t>
            </a:r>
          </a:p>
        </p:txBody>
      </p:sp>
      <p:sp>
        <p:nvSpPr>
          <p:cNvPr id="18" name="engineer-stat-value-1">
            <a:extLst xmlns:a="http://schemas.openxmlformats.org/drawingml/2006/main">
              <a:ext uri="{FF2B5EF4-FFF2-40B4-BE49-F238E27FC236}">
                <a16:creationId xmlns:a16="http://schemas.microsoft.com/office/drawing/2014/main" id="{120827AB-6F6F-41FE-9D43-C7CE8D736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4486275"/>
            <a:ext cx="2762250" cy="2133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lIns="0" tIns="0" rIns="0" bIns="0" anchor="ctr">
            <a:normAutofit fontScale="98246"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t>100</a:t>
            </a:r>
          </a:p>
        </p:txBody>
      </p:sp>
      <p:sp>
        <p:nvSpPr>
          <p:cNvPr id="19" name="engineer-stat-bg-2">
            <a:extLst xmlns:a="http://schemas.openxmlformats.org/drawingml/2006/main">
              <a:ext uri="{FF2B5EF4-FFF2-40B4-BE49-F238E27FC236}">
                <a16:creationId xmlns:a16="http://schemas.microsoft.com/office/drawing/2014/main" id="{1C8EE109-5C4D-485F-8A90-D4233F2D2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728210"/>
            <a:ext cx="4419600" cy="2800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</p:sp>
      <p:sp>
        <p:nvSpPr>
          <p:cNvPr id="20" name="engineer-stat-label-2">
            <a:extLst xmlns:a="http://schemas.openxmlformats.org/drawingml/2006/main">
              <a:ext uri="{FF2B5EF4-FFF2-40B4-BE49-F238E27FC236}">
                <a16:creationId xmlns:a16="http://schemas.microsoft.com/office/drawing/2014/main" id="{8A4FF2AB-ACA4-4A62-B4D2-24F7E41C1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4775835"/>
            <a:ext cx="1352550" cy="2133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t>이동력</a:t>
            </a:r>
          </a:p>
        </p:txBody>
      </p:sp>
      <p:sp>
        <p:nvSpPr>
          <p:cNvPr id="21" name="engineer-stat-value-2">
            <a:extLst xmlns:a="http://schemas.openxmlformats.org/drawingml/2006/main">
              <a:ext uri="{FF2B5EF4-FFF2-40B4-BE49-F238E27FC236}">
                <a16:creationId xmlns:a16="http://schemas.microsoft.com/office/drawing/2014/main" id="{B69F0680-5A38-4411-A073-C611698D9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4775835"/>
            <a:ext cx="2762250" cy="2133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lIns="0" tIns="0" rIns="0" bIns="0" anchor="ctr">
            <a:normAutofit fontScale="98246"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t>420</a:t>
            </a:r>
          </a:p>
        </p:txBody>
      </p:sp>
      <p:sp>
        <p:nvSpPr>
          <p:cNvPr id="22" name="engineer-stat-bg-3">
            <a:extLst xmlns:a="http://schemas.openxmlformats.org/drawingml/2006/main">
              <a:ext uri="{FF2B5EF4-FFF2-40B4-BE49-F238E27FC236}">
                <a16:creationId xmlns:a16="http://schemas.microsoft.com/office/drawing/2014/main" id="{465A51AE-1C7E-4EAA-9ECE-183635D5E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5017770"/>
            <a:ext cx="4419600" cy="2800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5F5"/>
          </a:solidFill>
        </p:spPr>
      </p:sp>
      <p:sp>
        <p:nvSpPr>
          <p:cNvPr id="23" name="engineer-stat-label-3">
            <a:extLst xmlns:a="http://schemas.openxmlformats.org/drawingml/2006/main">
              <a:ext uri="{FF2B5EF4-FFF2-40B4-BE49-F238E27FC236}">
                <a16:creationId xmlns:a16="http://schemas.microsoft.com/office/drawing/2014/main" id="{9FA93E35-6D93-40F9-8F6D-3CF82BCF1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5065395"/>
            <a:ext cx="1352550" cy="2133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t>탄환 속도</a:t>
            </a:r>
          </a:p>
        </p:txBody>
      </p:sp>
      <p:sp>
        <p:nvSpPr>
          <p:cNvPr id="24" name="engineer-stat-value-3">
            <a:extLst xmlns:a="http://schemas.openxmlformats.org/drawingml/2006/main">
              <a:ext uri="{FF2B5EF4-FFF2-40B4-BE49-F238E27FC236}">
                <a16:creationId xmlns:a16="http://schemas.microsoft.com/office/drawing/2014/main" id="{EE79C674-BDE3-4BAB-BE5B-8F721537A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5065395"/>
            <a:ext cx="2762250" cy="2133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lIns="0" tIns="0" rIns="0" bIns="0" anchor="ctr">
            <a:normAutofit fontScale="98246"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t>1.0</a:t>
            </a:r>
          </a:p>
        </p:txBody>
      </p:sp>
      <p:sp>
        <p:nvSpPr>
          <p:cNvPr id="25" name="engineer-stat-bg-4">
            <a:extLst xmlns:a="http://schemas.openxmlformats.org/drawingml/2006/main">
              <a:ext uri="{FF2B5EF4-FFF2-40B4-BE49-F238E27FC236}">
                <a16:creationId xmlns:a16="http://schemas.microsoft.com/office/drawing/2014/main" id="{F5AF724E-3C9C-4769-BDD3-CA3CD82FA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5307330"/>
            <a:ext cx="4419600" cy="2800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</p:sp>
      <p:sp>
        <p:nvSpPr>
          <p:cNvPr id="26" name="engineer-stat-label-4">
            <a:extLst xmlns:a="http://schemas.openxmlformats.org/drawingml/2006/main">
              <a:ext uri="{FF2B5EF4-FFF2-40B4-BE49-F238E27FC236}">
                <a16:creationId xmlns:a16="http://schemas.microsoft.com/office/drawing/2014/main" id="{16BF62C8-016D-421E-BD03-AA70F226D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5354955"/>
            <a:ext cx="1352550" cy="2133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t>투사체 수</a:t>
            </a:r>
          </a:p>
        </p:txBody>
      </p:sp>
      <p:sp>
        <p:nvSpPr>
          <p:cNvPr id="27" name="engineer-stat-value-4">
            <a:extLst xmlns:a="http://schemas.openxmlformats.org/drawingml/2006/main">
              <a:ext uri="{FF2B5EF4-FFF2-40B4-BE49-F238E27FC236}">
                <a16:creationId xmlns:a16="http://schemas.microsoft.com/office/drawing/2014/main" id="{F7D39760-8C0F-4D3F-B3D7-A04028910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5354955"/>
            <a:ext cx="2762250" cy="2133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lIns="0" tIns="0" rIns="0" bIns="0" anchor="ctr">
            <a:normAutofit fontScale="98246"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t>1</a:t>
            </a:r>
          </a:p>
        </p:txBody>
      </p:sp>
      <p:sp>
        <p:nvSpPr>
          <p:cNvPr id="28" name="engineer-stat-bg-5">
            <a:extLst xmlns:a="http://schemas.openxmlformats.org/drawingml/2006/main">
              <a:ext uri="{FF2B5EF4-FFF2-40B4-BE49-F238E27FC236}">
                <a16:creationId xmlns:a16="http://schemas.microsoft.com/office/drawing/2014/main" id="{2BF21D34-0122-4E35-A5F6-5E073402B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5596890"/>
            <a:ext cx="4419600" cy="2800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5F5"/>
          </a:solidFill>
        </p:spPr>
      </p:sp>
      <p:sp>
        <p:nvSpPr>
          <p:cNvPr id="29" name="engineer-stat-label-5">
            <a:extLst xmlns:a="http://schemas.openxmlformats.org/drawingml/2006/main">
              <a:ext uri="{FF2B5EF4-FFF2-40B4-BE49-F238E27FC236}">
                <a16:creationId xmlns:a16="http://schemas.microsoft.com/office/drawing/2014/main" id="{D5F38BB1-9752-46E1-B9F6-15C31EC58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5644515"/>
            <a:ext cx="1352550" cy="2133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t>각도 조절</a:t>
            </a:r>
          </a:p>
        </p:txBody>
      </p:sp>
      <p:sp>
        <p:nvSpPr>
          <p:cNvPr id="30" name="engineer-stat-value-5">
            <a:extLst xmlns:a="http://schemas.openxmlformats.org/drawingml/2006/main">
              <a:ext uri="{FF2B5EF4-FFF2-40B4-BE49-F238E27FC236}">
                <a16:creationId xmlns:a16="http://schemas.microsoft.com/office/drawing/2014/main" id="{7A775F5E-0A58-4B32-BF61-0D9C7575C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5644515"/>
            <a:ext cx="2762250" cy="2133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lIns="0" tIns="0" rIns="0" bIns="0" anchor="ctr">
            <a:normAutofit fontScale="98246"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t>Min: 미정 / Max: 미정</a:t>
            </a:r>
          </a:p>
        </p:txBody>
      </p:sp>
      <p:sp>
        <p:nvSpPr>
          <p:cNvPr id="31" name="footer-rule-5">
            <a:extLst xmlns:a="http://schemas.openxmlformats.org/drawingml/2006/main">
              <a:ext uri="{FF2B5EF4-FFF2-40B4-BE49-F238E27FC236}">
                <a16:creationId xmlns:a16="http://schemas.microsoft.com/office/drawing/2014/main" id="{E9E4F297-B11C-43E9-9067-15F678AF0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722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</p:spPr>
      </p:sp>
      <p:sp>
        <p:nvSpPr>
          <p:cNvPr id="32" name="footer-source-5">
            <a:extLst xmlns:a="http://schemas.openxmlformats.org/drawingml/2006/main">
              <a:ext uri="{FF2B5EF4-FFF2-40B4-BE49-F238E27FC236}">
                <a16:creationId xmlns:a16="http://schemas.microsoft.com/office/drawing/2014/main" id="{FBD3ACF0-6EA7-492C-8B49-5A4A30C2B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05550"/>
            <a:ext cx="342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t>docs/CHARACTER_SETTING.md</a:t>
            </a:r>
          </a:p>
        </p:txBody>
      </p:sp>
      <p:sp>
        <p:nvSpPr>
          <p:cNvPr id="33" name="footer-page-5">
            <a:extLst xmlns:a="http://schemas.openxmlformats.org/drawingml/2006/main">
              <a:ext uri="{FF2B5EF4-FFF2-40B4-BE49-F238E27FC236}">
                <a16:creationId xmlns:a16="http://schemas.microsoft.com/office/drawing/2014/main" id="{0ADAC6F9-7977-46EB-AEF5-FF25FEC25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05550"/>
            <a:ext cx="514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05760442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2026-06-26T00:47:11.5840000Z</dcterms:created>
  <dcterms:modified xsi:type="dcterms:W3CDTF">2026-06-26T00:47:11.5840000Z</dcterms:modified>
</coreProperties>
</file>